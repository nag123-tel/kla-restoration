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Validation PSNR climbs steadily, no overfitting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PSNR (dB)</c:v>
                </c:pt>
              </c:strCache>
            </c:strRef>
          </c:tx>
          <c:spPr>
            <a:solidFill>
              <a:srgbClr val="1E8A8A"/>
            </a:solidFill>
            <a:ln w="31750" cap="flat">
              <a:solidFill>
                <a:srgbClr val="1E8A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8A8A"/>
              </a:solidFill>
              <a:ln w="9525" cap="flat">
                <a:solidFill>
                  <a:srgbClr val="1E8A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Ep5</c:v>
                  </c:pt>
                  <c:pt idx="1">
                    <c:v>Ep15</c:v>
                  </c:pt>
                  <c:pt idx="2">
                    <c:v>Ep25</c:v>
                  </c:pt>
                  <c:pt idx="3">
                    <c:v>Ep35</c:v>
                  </c:pt>
                  <c:pt idx="4">
                    <c:v>Ep45</c:v>
                  </c:pt>
                  <c:pt idx="5">
                    <c:v>Ep55</c:v>
                  </c:pt>
                  <c:pt idx="6">
                    <c:v>Ep65</c:v>
                  </c:pt>
                  <c:pt idx="7">
                    <c:v>Ep75</c:v>
                  </c:pt>
                  <c:pt idx="8">
                    <c:v>Ep90</c:v>
                  </c:pt>
                  <c:pt idx="9">
                    <c:v>Ep100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28.06</c:v>
                </c:pt>
                <c:pt idx="1">
                  <c:v>28.4</c:v>
                </c:pt>
                <c:pt idx="2">
                  <c:v>28.46</c:v>
                </c:pt>
                <c:pt idx="3">
                  <c:v>28.71</c:v>
                </c:pt>
                <c:pt idx="4">
                  <c:v>28.87</c:v>
                </c:pt>
                <c:pt idx="5">
                  <c:v>28.93</c:v>
                </c:pt>
                <c:pt idx="6">
                  <c:v>28.88</c:v>
                </c:pt>
                <c:pt idx="7">
                  <c:v>28.84</c:v>
                </c:pt>
                <c:pt idx="8">
                  <c:v>29.05</c:v>
                </c:pt>
                <c:pt idx="9">
                  <c:v>29.13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dB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PSNR (dB)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PSNR (dB)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23.083</c:v>
                </c:pt>
                <c:pt idx="1">
                  <c:v>27.81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SSIM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SSIM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0.5545</c:v>
                </c:pt>
                <c:pt idx="1">
                  <c:v>0.7678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LPIPS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LPIPS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0.4351</c:v>
                </c:pt>
                <c:pt idx="1">
                  <c:v>0.2706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 PROBLEM STATEMENT · HACKATHON 2026 · SEMICON INDIA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Restoration of Degraded Images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Inspection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NAFNet-based joint denoising + super-resolution model that restores NoisyLR images to GT quality — 27.8 dB PSNR, +4.7 dB over a bicubic baseline, at ~7.5 ms/image on GPU.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Anaavarana · A Trail to Unveil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&amp; Restoration Task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single transformation that recovers a clean, ground-truth-resolution image from a degraded NoisyLR observation — without hallucinating detail that isn't recoverable from the input.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400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confirmed degradations only: speckle noise, additive Gaussian noise, downsampling — order undisclosed, may be any order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values normalized to [0,1]; NoisyLR intentionally may extend slightly outside [0,1]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test set includes in-distribution AND out-of-distribution image content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fixed internal combination of PSNR, SSIM, LPIPS on hidden GT, plus end-to-end throughput on a common NVIDIA H100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(degraded)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4964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86968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10412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2416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(≈ GT)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0" y="3657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fidelity + structural similarity + perceptual quality — without destroying real structure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Analysis &amp; Degradation Observations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NoisyLR/GT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images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128→256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3756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→ GT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(2× scale)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validation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(10%, leak-free)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91540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/ mismatched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found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880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validation (validate_data.py) before training: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3,200 files matched 1:1 by filename stem between NoisyLR/ and GT/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consistent scale factor confirmed across the entire dataset: 2.0×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 range: [0.000, 1.000] — matches spec exactly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value range: [−0.279, 2.158] — confirms values intentionally exceed [0,1]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the noise is not purely pixel-independent — speckle/Gaussian compounding plus downsampling produces spatially correlated degradation, particularly visible on periodic textures (see Slide 11, aliasing failure case).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validate_data.py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integrity check: matched filenames, consistent scale, value ranges, corrupt files — run once before any training.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Leak-free train/val split, NAFNetSR training, per-epoch CSV log + config JSON + val-split manifest auto-saved.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5508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evaluate.py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PSNR/SSIM/LPIPS on held-out val set, bicubic baseline comparison, best/worst case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8972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--input_dir / --output_dir / --checkpoint only. Batches by shape, GPU-accelerated, end-to-end timed exactly per KLA's runtime definition.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480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reproducible from the README with no manual source-code edits — verified with a clean end-to-end dry run.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Augmentation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used at its NATIVE 256×256 resolution — never downsampled to match NoisyLR. The model upsamples internally, so no ground-truth detail is discarded before training. Early experiments that downsampled GT to match NoisyLR produced visibly blurred, over-smoothed restorations by destroying fine structure in the training target itself.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paired crop: 64×64 from NoisyLR ↔ 128×128 from GT (same physical location, native pixels)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horizontal + vertical flips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synthetic degradation generator (speckle + Gaussian + downsampling, random order) to create extra pairs from GT-only images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234440"/>
            <a:ext cx="4846320" cy="4480560"/>
          </a:xfrm>
          <a:prstGeom prst="roundRect">
            <a:avLst>
              <a:gd name="adj" fmla="val 12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degradation spec (src/degradations.py)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965960"/>
            <a:ext cx="4297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Speckle noise: img + img × N(0, level²), level ∈ [0.05, 0.25]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noise: N(0, σ²), σ ∈ [0.01, 0.08]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Downsampling: area-averaging by the target scale factor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applied in a RANDOMLY SHUFFLED order per sample — matches KLA's confirmed “order not disclosed” spec exactly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intentionally left unclipped (may exceed [0,1])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&amp; Design Rationale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NAFNetSR: NAFNet encoder-decoder + PixelShuffle super-resolution head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4320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Encoder–Decoder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3776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PixelShuffle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Head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3232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13232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Bicubic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05256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32688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32688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(GT res.)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NAFNet over Restormer / SwinIR: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24612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or beats heavier transformer baselines on real-world denoising benchmarks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Substantially cheaper to run — directly relevant to KLA's H100 throughput scoring axis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SimpleGate + Simplified Channel Attention replace nonlinear activations entirely: strong quality/compute trade-off, no custom CUDA ops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bicubic-residual connection lets the network focus on the denoise+detail correction, not full reconstruction from scratch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83680" y="3108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variants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 (this run)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78240" y="3566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1.0M params · 27.81dB · ~5ms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 (benchmarked)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3.1M params · 28.14dB · ~8.8ms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benchmarked on the same held-out validation set. small scored +0.33 dB / +0.010 SSIM / −0.014 LPIPS over tiny, at ~1.8× the inference latency. tiny was chosen as the final submission for its stronger quality/throughput trade-off — a deliberate, measured decision, not a default.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&amp; Training Setup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loss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1.0 × Charbonnier(pred, GT)  +  0.2 × (1 − SSIM(pred, GT))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Charbonnier: smooth-L1 reconstruction loss, standard in SR/denoising literature (Restormer, SwinIR, MPRNet) — robust to outliers, sharper than plain L1</a:t>
            </a:r>
            <a:endParaRPr lang="en-US" sz="1250" dirty="0"/>
          </a:p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term: directly optimizes toward one of the three reported metrics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74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AdamW, weight decay 1e-4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 schedule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2e-4 → 0, cosine annealing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clipping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max-norm 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(fixed, logged)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234440"/>
            <a:ext cx="5120640" cy="4754880"/>
          </a:xfrm>
          <a:prstGeom prst="roundRect">
            <a:avLst>
              <a:gd name="adj" fmla="val 1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(automatic, every run)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0" y="210312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results/train_config_&lt;run_id&gt;.json — full hyperparameters, seed, PyTorch/CUDA/GPU info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results/train_log_&lt;run_id&gt;.csv — per-epoch loss, LR, val PSNR/SSIM, wall time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results/val_split_&lt;run_id&gt;.json — exact held-out filenames (reproducible, leak-free)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weights/best.pt — checkpoint with embedded config for exact reproducibility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&amp; Baseline Comparison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progression (100 epochs, full 3,200-image dataset)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5778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comparison methodology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92240" y="160020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bicubic upsampling only, zero denoising — exactly what the model's own global residual connection starts from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on the SAME 320 held-out, leak-free validation images as the trained model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evaluated at FULL RESOLUTION (256×256+), not training crops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decreased from 0.109 → 0.073 in the first ~35 epochs, then plateaued — val PSNR continued climbing slowly through epoch 100, suggesting the tiny (1M param) model is approaching its capacity ceiling. See Slide 12 for the small-model follow-up.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PSNR, SSIM &amp; LPIPS Results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evaluation on 320 held-out validation images (evaluate.py)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+4.73 dB vs baseline</a:t>
            </a:r>
            <a:endParaRPr lang="en-US" sz="12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16052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452628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2628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+0.213 vs baseline</a:t>
            </a:r>
            <a:endParaRPr lang="en-US" sz="125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777240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813816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13816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−0.164 vs baseline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beats the bicubic-only baseline on every metric by a clear margin — confirming genuine denoising + detail-recovery work, not just the residual bicubic pass baked into the architecture.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Batch Size &amp; Optimization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7.55 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end-to-end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33756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~7.5 ms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images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1540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~3.0 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91540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pipeline time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(400 images, batch=8)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configuration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931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Tesla T4 (dev/test machine)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2.11.0+cu128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 time.time(), disk read → preprocessing → H2D → model → D2H → save, matching KLA's exact runtime definition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492240" y="2926080"/>
            <a:ext cx="5120640" cy="3108960"/>
          </a:xfrm>
          <a:prstGeom prst="roundRect">
            <a:avLst>
              <a:gd name="adj" fmla="val 176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76656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H100 scoring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356616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Development/testing was done on a Colab Tesla T4. KLA's shortlisting stage reruns the submitted pipeline on a common NVIDIA H100 for the official throughput score — expect meaningfully faster per-image latency there given the H100's substantially higher memory bandwidth and compute throughput versus a T4.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 auto-detects CUDA and requires no code changes to run on any NVIDIA GPU.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Results, Failure Cases &amp; Limitations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restorations — final tiny checkpoint, real test-set images</a:t>
            </a:r>
            <a:endParaRPr lang="en-US" sz="1300" dirty="0"/>
          </a:p>
        </p:txBody>
      </p:sp>
      <p:pic>
        <p:nvPicPr>
          <p:cNvPr id="5" name="Image 0" descr="final_exampl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3520440" cy="1865233"/>
          </a:xfrm>
          <a:prstGeom prst="rect">
            <a:avLst/>
          </a:prstGeom>
        </p:spPr>
      </p:pic>
      <p:pic>
        <p:nvPicPr>
          <p:cNvPr id="6" name="Image 1" descr="final_example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481328"/>
            <a:ext cx="3520440" cy="1865233"/>
          </a:xfrm>
          <a:prstGeom prst="rect">
            <a:avLst/>
          </a:prstGeom>
        </p:spPr>
      </p:pic>
      <p:pic>
        <p:nvPicPr>
          <p:cNvPr id="7" name="Image 2" descr="final_example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481328"/>
            <a:ext cx="3520440" cy="186523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640" y="3419713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with the final 100-epoch tiny checkpoint (weights/best.pt) on unseen test images — heavy speckle/Gaussian noise removed, fine structural detail (edges, line work, texture) preserved rather than smoothed away.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4572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distinct, well-understood failure modes identified: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54864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8580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Fine detail loss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68580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Ornamental micro-texture destroyed by 2× downsampling before the model sees it. Model correctly smooths rather than hallucinates.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29768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43484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Aliasing (Moiré)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43484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patterns (e.g. corrugated roofing) fold into a false pattern during downsampling. Model confidently reconstructs the aliased structure.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18388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Stochastic-texture ceiling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18388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itself high-entropy random texture — an information-theoretic limit no model can cross; even a perfect oracle can't win here.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 Detail: Aliasing (Moiré Pattern)</a:t>
            </a:r>
            <a:endParaRPr lang="en-US" sz="2800" dirty="0"/>
          </a:p>
        </p:txBody>
      </p:sp>
      <p:pic>
        <p:nvPicPr>
          <p:cNvPr id="4" name="Image 0" descr="failure_0019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1064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2976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corrugated-roof stripe pattern is periodic at a frequency close to the Nyquist limit after 2× downsampling. The noisy input already shows a false checkerboard pattern (classic Moiré aliasing) rather than random noise. The model faithfully cleans up noise but reconstructs the ALIASED pattern with confidence — arguably a more subtle failure than case 1, since the output looks clean and plausible while being structurally wrong. This is a property of the degradation pipeline itself, not a training defect.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11b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Conclusion, External Resources &amp; Next Steps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 (1M params) restores NoisyLR → GT quality in a single forward pass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27.81 dB PSNR / 0.768 SSIM / 0.271 LPIPS on held-out full-resolution validation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 dB PSNR over bicubic baseline — clear, non-trivial improvement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~7.5 ms/image steady-state inference on a T4 GPU (expect faster on H100)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reproducible: validate → train → evaluate → infer, config/seed/log tracked automatically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resources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7091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pretrained weights or public datasets used. Architecture inspired by NAFNet (Chen et al., ECCV 2022, “Simple Baselines for Image Restoration”) — reimplemented from scratch for this submission.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34440"/>
            <a:ext cx="5120640" cy="4343400"/>
          </a:xfrm>
          <a:prstGeom prst="roundRect">
            <a:avLst>
              <a:gd name="adj" fmla="val 126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further architecture scaling beyond small (3.1M params, already benchmarked — see Slide 6) if additional quality is needed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training beyond 100 epochs given validation PSNR was still climbing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synthetic degradation augmentation for additional out-of-distribution robustness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targeted handling for periodic/high-frequency textures (Slide 11, case 2)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4526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https://github.com/Nag123-tel/kla-restoration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2026-08-15T16:54:41Z</dcterms:created>
  <dcterms:modified xsi:type="dcterms:W3CDTF">2026-08-15T16:54:41Z</dcterms:modified>
</cp:coreProperties>
</file>